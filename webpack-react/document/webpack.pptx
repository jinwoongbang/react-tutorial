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1" r:id="rId6"/>
    <p:sldId id="263" r:id="rId7"/>
    <p:sldId id="264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51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1868-091C-4D73-B1E2-32CC4099A6D6}" type="datetimeFigureOut">
              <a:rPr lang="ko-KR" altLang="en-US" smtClean="0"/>
              <a:t>2020-01-01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6BD-0765-45F4-92DC-63EC8EA92FEB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1868-091C-4D73-B1E2-32CC4099A6D6}" type="datetimeFigureOut">
              <a:rPr lang="ko-KR" altLang="en-US" smtClean="0"/>
              <a:t>2020-01-01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6BD-0765-45F4-92DC-63EC8EA92FEB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1868-091C-4D73-B1E2-32CC4099A6D6}" type="datetimeFigureOut">
              <a:rPr lang="ko-KR" altLang="en-US" smtClean="0"/>
              <a:t>2020-01-01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6BD-0765-45F4-92DC-63EC8EA92FEB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1868-091C-4D73-B1E2-32CC4099A6D6}" type="datetimeFigureOut">
              <a:rPr lang="ko-KR" altLang="en-US" smtClean="0"/>
              <a:t>2020-01-01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6BD-0765-45F4-92DC-63EC8EA92FEB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1868-091C-4D73-B1E2-32CC4099A6D6}" type="datetimeFigureOut">
              <a:rPr lang="ko-KR" altLang="en-US" smtClean="0"/>
              <a:t>2020-01-01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6BD-0765-45F4-92DC-63EC8EA92FEB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1868-091C-4D73-B1E2-32CC4099A6D6}" type="datetimeFigureOut">
              <a:rPr lang="ko-KR" altLang="en-US" smtClean="0"/>
              <a:t>2020-01-01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6BD-0765-45F4-92DC-63EC8EA92FEB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1868-091C-4D73-B1E2-32CC4099A6D6}" type="datetimeFigureOut">
              <a:rPr lang="ko-KR" altLang="en-US" smtClean="0"/>
              <a:t>2020-01-01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6BD-0765-45F4-92DC-63EC8EA92FEB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1868-091C-4D73-B1E2-32CC4099A6D6}" type="datetimeFigureOut">
              <a:rPr lang="ko-KR" altLang="en-US" smtClean="0"/>
              <a:t>2020-01-01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6BD-0765-45F4-92DC-63EC8EA92FEB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1868-091C-4D73-B1E2-32CC4099A6D6}" type="datetimeFigureOut">
              <a:rPr lang="ko-KR" altLang="en-US" smtClean="0"/>
              <a:t>2020-01-01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6BD-0765-45F4-92DC-63EC8EA92FEB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1868-091C-4D73-B1E2-32CC4099A6D6}" type="datetimeFigureOut">
              <a:rPr lang="ko-KR" altLang="en-US" smtClean="0"/>
              <a:t>2020-01-01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6BD-0765-45F4-92DC-63EC8EA92FEB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51868-091C-4D73-B1E2-32CC4099A6D6}" type="datetimeFigureOut">
              <a:rPr lang="ko-KR" altLang="en-US" smtClean="0"/>
              <a:t>2020-01-01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6BD-0765-45F4-92DC-63EC8EA92FEB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851868-091C-4D73-B1E2-32CC4099A6D6}" type="datetimeFigureOut">
              <a:rPr lang="ko-KR" altLang="en-US" smtClean="0"/>
              <a:t>2020-01-01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C56BD-0765-45F4-92DC-63EC8EA92FEB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 smtClean="0"/>
              <a:t>webpack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3829048" cy="4525963"/>
          </a:xfrm>
        </p:spPr>
        <p:txBody>
          <a:bodyPr>
            <a:normAutofit/>
          </a:bodyPr>
          <a:lstStyle/>
          <a:p>
            <a:r>
              <a:rPr lang="en-US" sz="2400" dirty="0" smtClean="0"/>
              <a:t>yarn add -D </a:t>
            </a:r>
          </a:p>
          <a:p>
            <a:r>
              <a:rPr lang="en-US" sz="2400" dirty="0" smtClean="0"/>
              <a:t>@</a:t>
            </a:r>
            <a:r>
              <a:rPr lang="en-US" sz="2400" dirty="0" err="1" smtClean="0"/>
              <a:t>babel</a:t>
            </a:r>
            <a:r>
              <a:rPr lang="en-US" sz="2400" dirty="0" smtClean="0"/>
              <a:t>/core </a:t>
            </a:r>
          </a:p>
          <a:p>
            <a:r>
              <a:rPr lang="en-US" sz="2400" dirty="0" smtClean="0"/>
              <a:t>@</a:t>
            </a:r>
            <a:r>
              <a:rPr lang="en-US" sz="2400" dirty="0" err="1" smtClean="0"/>
              <a:t>babel</a:t>
            </a:r>
            <a:r>
              <a:rPr lang="en-US" sz="2400" dirty="0" smtClean="0"/>
              <a:t>/preset-</a:t>
            </a:r>
            <a:r>
              <a:rPr lang="en-US" sz="2400" dirty="0" err="1" smtClean="0"/>
              <a:t>env</a:t>
            </a:r>
            <a:r>
              <a:rPr lang="en-US" sz="2400" dirty="0" smtClean="0"/>
              <a:t> </a:t>
            </a:r>
          </a:p>
          <a:p>
            <a:r>
              <a:rPr lang="en-US" sz="2400" dirty="0" smtClean="0"/>
              <a:t>@</a:t>
            </a:r>
            <a:r>
              <a:rPr lang="en-US" sz="2400" dirty="0" err="1" smtClean="0"/>
              <a:t>babel</a:t>
            </a:r>
            <a:r>
              <a:rPr lang="en-US" sz="2400" dirty="0" smtClean="0"/>
              <a:t>/preset-react </a:t>
            </a:r>
          </a:p>
          <a:p>
            <a:r>
              <a:rPr lang="en-US" sz="2400" dirty="0" err="1" smtClean="0"/>
              <a:t>babel</a:t>
            </a:r>
            <a:r>
              <a:rPr lang="en-US" sz="2400" dirty="0" smtClean="0"/>
              <a:t>-loader </a:t>
            </a:r>
          </a:p>
          <a:p>
            <a:r>
              <a:rPr lang="en-US" sz="2400" dirty="0" err="1" smtClean="0"/>
              <a:t>css</a:t>
            </a:r>
            <a:r>
              <a:rPr lang="en-US" sz="2400" dirty="0" smtClean="0"/>
              <a:t>-loader </a:t>
            </a:r>
          </a:p>
          <a:p>
            <a:r>
              <a:rPr lang="en-US" sz="2400" dirty="0" smtClean="0"/>
              <a:t>html-loader </a:t>
            </a:r>
          </a:p>
          <a:p>
            <a:r>
              <a:rPr lang="en-US" sz="2400" dirty="0" smtClean="0"/>
              <a:t>html-</a:t>
            </a:r>
            <a:r>
              <a:rPr lang="en-US" sz="2400" dirty="0" err="1" smtClean="0"/>
              <a:t>webpack</a:t>
            </a:r>
            <a:r>
              <a:rPr lang="en-US" sz="2400" dirty="0" smtClean="0"/>
              <a:t>-</a:t>
            </a:r>
            <a:r>
              <a:rPr lang="en-US" sz="2400" dirty="0" err="1" smtClean="0"/>
              <a:t>plugin</a:t>
            </a:r>
            <a:r>
              <a:rPr lang="en-US" sz="2400" dirty="0" smtClean="0"/>
              <a:t> 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4929190" y="1600200"/>
            <a:ext cx="371477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/>
              <a:t>mini-</a:t>
            </a:r>
            <a:r>
              <a:rPr lang="en-US" sz="2400" dirty="0" err="1" smtClean="0"/>
              <a:t>css</a:t>
            </a:r>
            <a:r>
              <a:rPr lang="en-US" sz="2400" dirty="0" smtClean="0"/>
              <a:t>-extract-</a:t>
            </a:r>
            <a:r>
              <a:rPr lang="en-US" sz="2400" dirty="0" err="1" smtClean="0"/>
              <a:t>plugin</a:t>
            </a:r>
            <a:r>
              <a:rPr lang="en-US" sz="2400" dirty="0" smtClean="0"/>
              <a:t>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node-sass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react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react-</a:t>
            </a:r>
            <a:r>
              <a:rPr lang="en-US" sz="2400" dirty="0" err="1" smtClean="0"/>
              <a:t>dom</a:t>
            </a:r>
            <a:endParaRPr lang="en-US" sz="2400" dirty="0" smtClean="0"/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sass-loader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style-loader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err="1" smtClean="0"/>
              <a:t>webpack</a:t>
            </a:r>
            <a:r>
              <a:rPr lang="en-US" sz="2400" dirty="0" smtClean="0"/>
              <a:t>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err="1" smtClean="0"/>
              <a:t>webpack-cli</a:t>
            </a:r>
            <a:r>
              <a:rPr lang="en-US" sz="2400" dirty="0" smtClean="0"/>
              <a:t>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err="1" smtClean="0"/>
              <a:t>webpack</a:t>
            </a:r>
            <a:r>
              <a:rPr lang="en-US" sz="2400" dirty="0" smtClean="0"/>
              <a:t>-dev-server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/>
              <a:t>clean-</a:t>
            </a:r>
            <a:r>
              <a:rPr lang="en-US" sz="2400" dirty="0" err="1" smtClean="0"/>
              <a:t>webpack</a:t>
            </a:r>
            <a:r>
              <a:rPr lang="en-US" sz="2400" dirty="0" smtClean="0"/>
              <a:t>-</a:t>
            </a:r>
            <a:r>
              <a:rPr lang="en-US" sz="2400" dirty="0" err="1" smtClean="0"/>
              <a:t>plugin</a:t>
            </a:r>
            <a:r>
              <a:rPr lang="en-US" sz="2400" dirty="0" smtClean="0"/>
              <a:t> </a:t>
            </a:r>
          </a:p>
          <a:p>
            <a:pPr>
              <a:buFont typeface="Arial" pitchFamily="34" charset="0"/>
              <a:buChar char="•"/>
            </a:pPr>
            <a:endParaRPr lang="ko-KR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웹팩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85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모듈 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설명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None/>
                      </a:pPr>
                      <a:r>
                        <a:rPr lang="en-US" sz="1800" dirty="0" err="1" smtClean="0"/>
                        <a:t>webpack</a:t>
                      </a:r>
                      <a:r>
                        <a:rPr lang="en-US" sz="1800" dirty="0" smtClean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모든 </a:t>
                      </a:r>
                      <a:r>
                        <a:rPr lang="ko-KR" altLang="en-US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리액트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파일을 하나의 </a:t>
                      </a:r>
                      <a:r>
                        <a:rPr lang="ko-KR" altLang="en-US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컴파일된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ko-KR" altLang="en-US" sz="1800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하나의 자바스크립트 파일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 넣기 위해</a:t>
                      </a:r>
                      <a:endParaRPr lang="en-US" altLang="ko-KR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/>
                        <a:t>webpack-cli</a:t>
                      </a:r>
                      <a:r>
                        <a:rPr lang="en-US" sz="1800" dirty="0" smtClean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build 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스크립트를 통해 </a:t>
                      </a:r>
                      <a:r>
                        <a:rPr lang="en-US" altLang="ko-KR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webpack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커맨드를 사용하기 위해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/>
                        <a:t>webpack</a:t>
                      </a:r>
                      <a:r>
                        <a:rPr lang="en-US" sz="1800" dirty="0" smtClean="0"/>
                        <a:t>-dev-server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자동으로 </a:t>
                      </a:r>
                      <a:r>
                        <a:rPr lang="ko-KR" altLang="en-US" dirty="0" err="1" smtClean="0"/>
                        <a:t>빌드하고</a:t>
                      </a:r>
                      <a:r>
                        <a:rPr lang="ko-KR" altLang="en-US" dirty="0" smtClean="0"/>
                        <a:t> 실행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live reload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clean-</a:t>
                      </a:r>
                      <a:r>
                        <a:rPr lang="en-US" sz="1800" dirty="0" err="1" smtClean="0"/>
                        <a:t>webpack</a:t>
                      </a:r>
                      <a:r>
                        <a:rPr lang="en-US" sz="1800" dirty="0" smtClean="0"/>
                        <a:t>-</a:t>
                      </a:r>
                      <a:r>
                        <a:rPr lang="en-US" sz="1800" dirty="0" err="1" smtClean="0"/>
                        <a:t>plugin</a:t>
                      </a:r>
                      <a:r>
                        <a:rPr lang="en-US" sz="1800" dirty="0" smtClean="0"/>
                        <a:t> </a:t>
                      </a: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빌드시</a:t>
                      </a:r>
                      <a:r>
                        <a:rPr lang="ko-KR" altLang="en-US" dirty="0" smtClean="0"/>
                        <a:t> 사용되지 않는 </a:t>
                      </a:r>
                      <a:r>
                        <a:rPr lang="ko-KR" altLang="en-US" dirty="0" err="1" smtClean="0"/>
                        <a:t>빌드</a:t>
                      </a:r>
                      <a:r>
                        <a:rPr lang="ko-KR" altLang="en-US" dirty="0" smtClean="0"/>
                        <a:t> 파일 삭제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html-</a:t>
                      </a:r>
                      <a:r>
                        <a:rPr lang="en-US" sz="1800" b="1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webpack</a:t>
                      </a: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sz="1800" b="1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plugin</a:t>
                      </a: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html-</a:t>
                      </a:r>
                      <a:r>
                        <a:rPr lang="en-US" altLang="ko-KR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webpack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plugin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은 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script </a:t>
                      </a:r>
                      <a:r>
                        <a:rPr lang="ko-KR" altLang="en-US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태그안에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넣은 </a:t>
                      </a:r>
                      <a:r>
                        <a:rPr lang="en-US" altLang="ko-KR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webpack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번들 파일과 함께 </a:t>
                      </a:r>
                      <a:r>
                        <a:rPr lang="en-US" altLang="ko-KR" sz="1800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html5 </a:t>
                      </a:r>
                      <a:r>
                        <a:rPr lang="ko-KR" altLang="en-US" sz="1800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파일을 생성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합니다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Babel </a:t>
            </a:r>
            <a:r>
              <a:rPr lang="ko-KR" altLang="en-US" dirty="0" smtClean="0"/>
              <a:t>로 바꿔줄 파일 로드</a:t>
            </a:r>
            <a:endParaRPr lang="ko-KR" altLang="en-US" dirty="0"/>
          </a:p>
        </p:txBody>
      </p:sp>
      <p:graphicFrame>
        <p:nvGraphicFramePr>
          <p:cNvPr id="7" name="내용 개체 틀 3"/>
          <p:cNvGraphicFramePr>
            <a:graphicFrameLocks/>
          </p:cNvGraphicFramePr>
          <p:nvPr/>
        </p:nvGraphicFramePr>
        <p:xfrm>
          <a:off x="457200" y="1500174"/>
          <a:ext cx="8229600" cy="485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모듈 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설명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None/>
                      </a:pPr>
                      <a:r>
                        <a:rPr lang="en-US" dirty="0" err="1" smtClean="0"/>
                        <a:t>babel</a:t>
                      </a:r>
                      <a:r>
                        <a:rPr lang="en-US" dirty="0" smtClean="0"/>
                        <a:t>-loader</a:t>
                      </a:r>
                      <a:endParaRPr lang="en-US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자바스크립트 파일을 </a:t>
                      </a:r>
                      <a:r>
                        <a:rPr lang="en-US" altLang="ko-KR" sz="1800" b="1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babel</a:t>
                      </a:r>
                      <a:r>
                        <a:rPr lang="en-US" altLang="ko-KR" sz="1800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preset/</a:t>
                      </a:r>
                      <a:r>
                        <a:rPr lang="en-US" altLang="ko-KR" sz="1800" b="1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plugin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과 </a:t>
                      </a:r>
                      <a:r>
                        <a:rPr lang="en-US" altLang="ko-KR" sz="1800" b="1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webpack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을 사용하여 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es5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 컴파일 해주는 </a:t>
                      </a:r>
                      <a:r>
                        <a:rPr lang="en-US" altLang="ko-KR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plugin</a:t>
                      </a:r>
                      <a:endParaRPr lang="en-US" altLang="ko-KR" sz="1800" b="0" i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jsx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-&gt; </a:t>
                      </a:r>
                      <a:r>
                        <a:rPr lang="en-US" altLang="ko-KR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javascript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 컴파일</a:t>
                      </a:r>
                    </a:p>
                    <a:p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html </a:t>
                      </a:r>
                      <a:r>
                        <a:rPr lang="en-US" altLang="ko-KR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webpack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plugin</a:t>
                      </a:r>
                      <a:endParaRPr lang="en-US" altLang="ko-KR" sz="1800" b="0" i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ko-KR" sz="1800" b="0" i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dirty="0" err="1" smtClean="0"/>
                        <a:t>babel</a:t>
                      </a:r>
                      <a:r>
                        <a:rPr lang="en-US" dirty="0" smtClean="0"/>
                        <a:t>-loader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babel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javascript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코드를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transpile</a:t>
                      </a:r>
                      <a:endParaRPr lang="en-US" altLang="ko-KR" sz="1800" b="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@</a:t>
                      </a:r>
                      <a:r>
                        <a:rPr lang="en-US" dirty="0" err="1" smtClean="0"/>
                        <a:t>babel</a:t>
                      </a:r>
                      <a:r>
                        <a:rPr lang="en-US" dirty="0" smtClean="0"/>
                        <a:t>/core (</a:t>
                      </a:r>
                      <a:r>
                        <a:rPr lang="ko-KR" altLang="en-US" dirty="0" smtClean="0"/>
                        <a:t>환경 설정</a:t>
                      </a:r>
                      <a:r>
                        <a:rPr lang="en-US" altLang="ko-KR" dirty="0" smtClean="0"/>
                        <a:t>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리액트는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es6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를 사용하므로 여러 브라우저에서 </a:t>
                      </a:r>
                      <a:r>
                        <a:rPr lang="ko-KR" altLang="en-US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사용가능하도록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es5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문법으로 바꿔줌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@</a:t>
                      </a:r>
                      <a:r>
                        <a:rPr lang="en-US" err="1" smtClean="0"/>
                        <a:t>babel</a:t>
                      </a:r>
                      <a:r>
                        <a:rPr lang="en-US" smtClean="0"/>
                        <a:t>/preset-</a:t>
                      </a:r>
                      <a:r>
                        <a:rPr lang="en-US" err="1" smtClean="0"/>
                        <a:t>env</a:t>
                      </a:r>
                      <a:r>
                        <a:rPr lang="en-US" smtClean="0"/>
                        <a:t>  (</a:t>
                      </a:r>
                      <a:r>
                        <a:rPr lang="ko-KR" altLang="en-US" smtClean="0"/>
                        <a:t>환경 설정</a:t>
                      </a:r>
                      <a:r>
                        <a:rPr lang="en-US" altLang="ko-KR" smtClean="0"/>
                        <a:t>)</a:t>
                      </a:r>
                      <a:endParaRPr lang="en-US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800" b="0" i="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es6 -&gt; es5</a:t>
                      </a:r>
                    </a:p>
                    <a:p>
                      <a:r>
                        <a:rPr lang="en-US" altLang="ko-KR" sz="1800" b="0" i="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es6 </a:t>
                      </a:r>
                      <a:r>
                        <a:rPr lang="ko-KR" altLang="en-US" sz="1800" b="0" i="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뿐 아니라 브라우저에 따라 알아서 컴파일 해줌</a:t>
                      </a:r>
                      <a:endParaRPr lang="ko-KR" altLang="en-US" sz="1800" b="0" i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@</a:t>
                      </a:r>
                      <a:r>
                        <a:rPr lang="en-US" dirty="0" err="1" smtClean="0"/>
                        <a:t>babel</a:t>
                      </a:r>
                      <a:r>
                        <a:rPr lang="en-US" dirty="0" smtClean="0"/>
                        <a:t>/preset-react  (</a:t>
                      </a:r>
                      <a:r>
                        <a:rPr lang="ko-KR" altLang="en-US" dirty="0" smtClean="0"/>
                        <a:t>환경 설정</a:t>
                      </a:r>
                      <a:r>
                        <a:rPr lang="en-US" altLang="ko-KR" dirty="0" smtClean="0"/>
                        <a:t>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jsx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-&gt; 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javascript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로더</a:t>
            </a:r>
            <a:r>
              <a:rPr lang="en-US" altLang="ko-KR" dirty="0" smtClean="0"/>
              <a:t>(loader)</a:t>
            </a:r>
            <a:endParaRPr lang="ko-KR" altLang="en-US" dirty="0"/>
          </a:p>
        </p:txBody>
      </p:sp>
      <p:graphicFrame>
        <p:nvGraphicFramePr>
          <p:cNvPr id="7" name="내용 개체 틀 3"/>
          <p:cNvGraphicFramePr>
            <a:graphicFrameLocks/>
          </p:cNvGraphicFramePr>
          <p:nvPr/>
        </p:nvGraphicFramePr>
        <p:xfrm>
          <a:off x="457200" y="1857364"/>
          <a:ext cx="8229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모듈 명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설명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None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style-loader</a:t>
                      </a:r>
                      <a:endParaRPr lang="en-US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css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를 </a:t>
                      </a:r>
                      <a:r>
                        <a:rPr lang="en-US" altLang="ko-KR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dom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에 추가</a:t>
                      </a:r>
                      <a:endParaRPr lang="en-US" altLang="ko-KR" sz="1800" b="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sass-loader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SASS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파일을 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CSS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 컴파일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None/>
                      </a:pPr>
                      <a:r>
                        <a:rPr lang="en-US" sz="1800" dirty="0" err="1" smtClean="0"/>
                        <a:t>css</a:t>
                      </a:r>
                      <a:r>
                        <a:rPr lang="en-US" sz="1800" dirty="0" smtClean="0"/>
                        <a:t>-loader </a:t>
                      </a:r>
                      <a:endParaRPr lang="en-US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Css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파일을 읽어옴</a:t>
                      </a:r>
                      <a:endParaRPr lang="ko-KR" altLang="en-US" sz="1800" b="0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플러그인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plugins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컴파일러</a:t>
            </a:r>
            <a:endParaRPr lang="ko-KR" altLang="en-US" dirty="0"/>
          </a:p>
          <a:p>
            <a:r>
              <a:rPr lang="en-US" altLang="ko-KR" dirty="0" err="1"/>
              <a:t>Webpack</a:t>
            </a:r>
            <a:r>
              <a:rPr lang="ko-KR" altLang="en-US" dirty="0"/>
              <a:t>의 핵심 기능</a:t>
            </a:r>
          </a:p>
          <a:p>
            <a:r>
              <a:rPr lang="en-US" altLang="ko-KR" dirty="0" err="1"/>
              <a:t>Webpack</a:t>
            </a:r>
            <a:r>
              <a:rPr lang="ko-KR" altLang="en-US" dirty="0"/>
              <a:t>은 기본적으로 대부분의 </a:t>
            </a:r>
            <a:r>
              <a:rPr lang="en-US" altLang="ko-KR" b="1" dirty="0"/>
              <a:t>source </a:t>
            </a:r>
            <a:r>
              <a:rPr lang="ko-KR" altLang="en-US" b="1" dirty="0"/>
              <a:t>코드를 </a:t>
            </a:r>
            <a:r>
              <a:rPr lang="en-US" altLang="ko-KR" b="1" dirty="0"/>
              <a:t>bundle</a:t>
            </a:r>
            <a:r>
              <a:rPr lang="ko-KR" altLang="en-US" b="1" dirty="0"/>
              <a:t>파일로 </a:t>
            </a:r>
            <a:r>
              <a:rPr lang="ko-KR" altLang="en-US" b="1" dirty="0" err="1"/>
              <a:t>번환</a:t>
            </a:r>
            <a:r>
              <a:rPr lang="ko-KR" altLang="en-US" dirty="0" err="1"/>
              <a:t>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loader</a:t>
            </a:r>
            <a:r>
              <a:rPr lang="ko-KR" altLang="en-US" dirty="0"/>
              <a:t>가 부족하면 </a:t>
            </a:r>
            <a:r>
              <a:rPr lang="en-US" altLang="ko-KR" dirty="0" err="1"/>
              <a:t>pluging</a:t>
            </a:r>
            <a:r>
              <a:rPr lang="ko-KR" altLang="en-US" dirty="0"/>
              <a:t>을 사용하여 </a:t>
            </a:r>
            <a:r>
              <a:rPr lang="en-US" altLang="ko-KR" dirty="0" err="1"/>
              <a:t>webpack</a:t>
            </a:r>
            <a:r>
              <a:rPr lang="ko-KR" altLang="en-US" dirty="0"/>
              <a:t>의 기능을 추가한다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프리셋</a:t>
            </a:r>
            <a:r>
              <a:rPr lang="en-US" altLang="ko-KR" dirty="0" smtClean="0"/>
              <a:t>(preset)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plugin</a:t>
            </a:r>
            <a:r>
              <a:rPr lang="ko-KR" altLang="en-US" dirty="0"/>
              <a:t>의 집합</a:t>
            </a:r>
          </a:p>
          <a:p>
            <a:r>
              <a:rPr lang="en-US" altLang="ko-KR" dirty="0" err="1"/>
              <a:t>plugin</a:t>
            </a:r>
            <a:r>
              <a:rPr lang="ko-KR" altLang="en-US" dirty="0"/>
              <a:t>이 필요할 때마다 매번 </a:t>
            </a:r>
            <a:r>
              <a:rPr lang="en-US" altLang="ko-KR" dirty="0" err="1"/>
              <a:t>webpack</a:t>
            </a:r>
            <a:r>
              <a:rPr lang="ko-KR" altLang="en-US" dirty="0"/>
              <a:t>에서 설정하는 것은 귀찮은 일이므로 </a:t>
            </a:r>
            <a:r>
              <a:rPr lang="en-US" altLang="ko-KR" dirty="0" err="1"/>
              <a:t>plugin</a:t>
            </a:r>
            <a:r>
              <a:rPr lang="ko-KR" altLang="en-US" dirty="0"/>
              <a:t>들을 모아놓은 </a:t>
            </a:r>
            <a:r>
              <a:rPr lang="en-US" altLang="ko-KR" dirty="0"/>
              <a:t>preset</a:t>
            </a:r>
            <a:r>
              <a:rPr lang="ko-KR" altLang="en-US" dirty="0"/>
              <a:t>을 한번에 추가하여 관리할 수 있습니다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184</Words>
  <Application>Microsoft Office PowerPoint</Application>
  <PresentationFormat>화면 슬라이드 쇼(4:3)</PresentationFormat>
  <Paragraphs>66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webpack</vt:lpstr>
      <vt:lpstr>슬라이드 2</vt:lpstr>
      <vt:lpstr>웹팩</vt:lpstr>
      <vt:lpstr>Babel 로 바꿔줄 파일 로드</vt:lpstr>
      <vt:lpstr>로더(loader)</vt:lpstr>
      <vt:lpstr>플러그인(plugins)</vt:lpstr>
      <vt:lpstr>프리셋(preset)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webpack</dc:title>
  <dc:creator>dlopo123@gmail.com</dc:creator>
  <cp:lastModifiedBy>dlopo123@gmail.com</cp:lastModifiedBy>
  <cp:revision>21</cp:revision>
  <dcterms:created xsi:type="dcterms:W3CDTF">2020-01-01T11:44:41Z</dcterms:created>
  <dcterms:modified xsi:type="dcterms:W3CDTF">2020-01-01T15:05:32Z</dcterms:modified>
</cp:coreProperties>
</file>